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729360" y="131868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729360" y="2079000"/>
            <a:ext cx="7688520" cy="226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9CDCDC7-2C9D-4848-9EB1-FBEAAECEF70D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9F11DC5-2334-4F9D-8A7A-4141EC955AF4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709937-76FC-4595-BE4D-F6EC18F2CD1C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5F8E0CAF-08F8-49FD-A373-061E3DAB9BC8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29360" y="131868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729360" y="2079000"/>
            <a:ext cx="7688520" cy="226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3D12377-7FCA-4825-A4CF-3F4F05E100BA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9360" y="131868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729360" y="2079000"/>
            <a:ext cx="3751920" cy="226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/>
          </p:nvPr>
        </p:nvSpPr>
        <p:spPr>
          <a:xfrm>
            <a:off x="4669200" y="2079000"/>
            <a:ext cx="3751920" cy="226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76D4719-B301-4B0F-8C86-F4BE2E6D7973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729360" y="131868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FF09B9B4-2C29-4AD0-A438-F045DB752588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33406D4-231A-4947-98E7-1947C02CC42D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0EE8CDA-5356-4C1E-B256-4D28B8E03CF2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CF07FD7E-84D9-4943-91C3-EE356A17F048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4292F95-E2CF-4603-9342-7973F199C782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0;p2"/>
          <p:cNvSpPr/>
          <p:nvPr/>
        </p:nvSpPr>
        <p:spPr>
          <a:xfrm>
            <a:off x="0" y="0"/>
            <a:ext cx="9143640" cy="4874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" name="Google Shape;11;p2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2" name="Google Shape;12;p2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" name="Google Shape;13;p2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7800" cy="166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en-US" sz="4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ldNum" idx="1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FB428AE-C37C-4135-9D71-D9396700A6C3}" type="slidenum">
              <a:rPr b="0" lang="en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74;p11"/>
          <p:cNvGrpSpPr/>
          <p:nvPr/>
        </p:nvGrpSpPr>
        <p:grpSpPr>
          <a:xfrm>
            <a:off x="530280" y="4183560"/>
            <a:ext cx="1342800" cy="17280"/>
            <a:chOff x="530280" y="4183560"/>
            <a:chExt cx="1342800" cy="17280"/>
          </a:xfrm>
        </p:grpSpPr>
        <p:sp>
          <p:nvSpPr>
            <p:cNvPr id="10" name="Google Shape;75;p11"/>
            <p:cNvSpPr/>
            <p:nvPr/>
          </p:nvSpPr>
          <p:spPr>
            <a:xfrm rot="16200000">
              <a:off x="1380600" y="3708360"/>
              <a:ext cx="17280" cy="96732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" name="Google Shape;76;p11"/>
            <p:cNvSpPr/>
            <p:nvPr/>
          </p:nvSpPr>
          <p:spPr>
            <a:xfrm rot="16200000">
              <a:off x="1009440" y="3704400"/>
              <a:ext cx="17280" cy="9756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29360" y="734040"/>
            <a:ext cx="7688160" cy="124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7381"/>
          </a:bodyPr>
          <a:p>
            <a:pPr indent="0">
              <a:lnSpc>
                <a:spcPct val="100000"/>
              </a:lnSpc>
              <a:buNone/>
            </a:pPr>
            <a:r>
              <a:rPr b="1" lang="en-US" sz="8000" spc="-1" strike="noStrike">
                <a:solidFill>
                  <a:schemeClr val="lt1"/>
                </a:solidFill>
                <a:latin typeface="Raleway"/>
                <a:ea typeface="Raleway"/>
              </a:rPr>
              <a:t>xx%</a:t>
            </a:r>
            <a:endParaRPr b="0" lang="en-US" sz="8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29360" y="2273040"/>
            <a:ext cx="7688160" cy="158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68403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sldNum" idx="2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7B77A3F-27B4-47B9-9396-DF463EFEC76E}" type="slidenum">
              <a:rPr b="0" lang="en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ldNum" idx="3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D57CF6A-4F58-481E-BCE1-EAA3802C6F1A}" type="slidenum">
              <a:rPr b="0" lang="en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8;p3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17" name="Google Shape;19;p3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" name="Google Shape;20;p3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8160" cy="151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4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F7D7563-10A6-4BF9-8B6E-0927EE5EB2BF}" type="slidenum">
              <a:rPr b="0" lang="en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4;p4"/>
          <p:cNvSpPr/>
          <p:nvPr/>
        </p:nvSpPr>
        <p:spPr>
          <a:xfrm>
            <a:off x="0" y="0"/>
            <a:ext cx="9143640" cy="4874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2" name="Google Shape;25;p4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23" name="Google Shape;26;p4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" name="Google Shape;27;p4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729360" y="131868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099"/>
          </a:bodyPr>
          <a:p>
            <a:pPr indent="0">
              <a:buNone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729360" y="2079000"/>
            <a:ext cx="7688520" cy="226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5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5262902-4F13-4A7B-BFD4-008A0FFBC629}" type="slidenum">
              <a:rPr b="0" lang="en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2;p5"/>
          <p:cNvSpPr/>
          <p:nvPr/>
        </p:nvSpPr>
        <p:spPr>
          <a:xfrm>
            <a:off x="0" y="0"/>
            <a:ext cx="9143640" cy="4874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1" name="Google Shape;33;p5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32" name="Google Shape;34;p5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" name="Google Shape;35;p5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729360" y="1318680"/>
            <a:ext cx="7688160" cy="53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099"/>
          </a:bodyPr>
          <a:p>
            <a:pPr indent="0">
              <a:buNone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729360" y="2079000"/>
            <a:ext cx="3773880" cy="226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7455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643640" y="2079000"/>
            <a:ext cx="3773880" cy="226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7455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sldNum" idx="6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9124867-7513-42D5-BAB2-5792A821B3A1}" type="slidenum">
              <a:rPr b="0" lang="en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3640" cy="4874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2" name="Google Shape;42;p6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43" name="Google Shape;43;p6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4" name="Google Shape;44;p6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729360" y="1318680"/>
            <a:ext cx="7688160" cy="53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099"/>
          </a:bodyPr>
          <a:p>
            <a:pPr indent="0">
              <a:buNone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ldNum" idx="7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B12641E-DB1D-44AE-AA65-4EA65902C8D7}" type="slidenum">
              <a:rPr b="0" lang="en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3640" cy="4874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9" name="Google Shape;49;p7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50" name="Google Shape;50;p7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1" name="Google Shape;51;p7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38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721080" y="2781720"/>
            <a:ext cx="3300480" cy="159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689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sldNum" idx="8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8203E53-FD9E-44AC-8A97-66EFF82DDE5B}" type="slidenum">
              <a:rPr b="0" lang="en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6;p8"/>
          <p:cNvGrpSpPr/>
          <p:nvPr/>
        </p:nvGrpSpPr>
        <p:grpSpPr>
          <a:xfrm>
            <a:off x="530280" y="4183560"/>
            <a:ext cx="1342800" cy="17280"/>
            <a:chOff x="530280" y="4183560"/>
            <a:chExt cx="1342800" cy="17280"/>
          </a:xfrm>
        </p:grpSpPr>
        <p:sp>
          <p:nvSpPr>
            <p:cNvPr id="56" name="Google Shape;57;p8"/>
            <p:cNvSpPr/>
            <p:nvPr/>
          </p:nvSpPr>
          <p:spPr>
            <a:xfrm rot="16200000">
              <a:off x="1380600" y="3708360"/>
              <a:ext cx="17280" cy="96732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" name="Google Shape;58;p8"/>
            <p:cNvSpPr/>
            <p:nvPr/>
          </p:nvSpPr>
          <p:spPr>
            <a:xfrm rot="16200000">
              <a:off x="1009440" y="3704400"/>
              <a:ext cx="17280" cy="9756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729360" y="864360"/>
            <a:ext cx="7020720" cy="298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ldNum" idx="9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36BE954-ACE8-4EC3-88ED-A21605FC3121}" type="slidenum">
              <a:rPr b="0" lang="en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2;p9"/>
          <p:cNvSpPr/>
          <p:nvPr/>
        </p:nvSpPr>
        <p:spPr>
          <a:xfrm>
            <a:off x="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1" name="Google Shape;63;p9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62" name="Google Shape;64;p9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3" name="Google Shape;65;p9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7455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sldNum" idx="10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F9A6E49-5C64-4B25-88E2-EEA804324839}" type="slidenum">
              <a:rPr b="0" lang="en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body"/>
          </p:nvPr>
        </p:nvSpPr>
        <p:spPr>
          <a:xfrm>
            <a:off x="725040" y="4372560"/>
            <a:ext cx="7697160" cy="46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3074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sldNum" idx="11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3B04598-691E-4B4A-9D71-0C79EFBFCE06}" type="slidenum">
              <a:rPr b="0" lang="en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723600" y="1322280"/>
            <a:ext cx="8031960" cy="166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930" spc="-1" strike="noStrike">
                <a:solidFill>
                  <a:schemeClr val="dk2"/>
                </a:solidFill>
                <a:latin typeface="Raleway"/>
                <a:ea typeface="Raleway"/>
              </a:rPr>
              <a:t>Familiarize yourself with phishing attacks</a:t>
            </a:r>
            <a:endParaRPr b="0" lang="en-US" sz="293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600" spc="-1" strike="noStrike">
                <a:solidFill>
                  <a:schemeClr val="dk2"/>
                </a:solidFill>
                <a:highlight>
                  <a:srgbClr val="ffff00"/>
                </a:highlight>
                <a:latin typeface="Raleway"/>
                <a:ea typeface="Raleway"/>
              </a:rPr>
              <a:t>Learn and understand phishing attacks so that you can recognize and avoid them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729360" y="131868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0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600" spc="-1" strike="noStrike">
                <a:solidFill>
                  <a:schemeClr val="dk2"/>
                </a:solidFill>
                <a:latin typeface="Raleway"/>
                <a:ea typeface="Raleway"/>
              </a:rPr>
              <a:t>What is phishing?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729360" y="2079000"/>
            <a:ext cx="7688520" cy="226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998" lnSpcReduction="20000"/>
          </a:bodyPr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1"/>
                </a:solidFill>
                <a:highlight>
                  <a:srgbClr val="ffff00"/>
                </a:highlight>
                <a:latin typeface="Lato"/>
                <a:ea typeface="Lato"/>
              </a:rPr>
              <a:t>Phishing is a cyber attack in which an attacker pretends to be a trusted or legitimate source to trick people into revealing sensitive information, such as login credentials, passwords, or financial details.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1"/>
                </a:solidFill>
                <a:highlight>
                  <a:srgbClr val="ffff00"/>
                </a:highlight>
                <a:latin typeface="Lato"/>
                <a:ea typeface="Lato"/>
              </a:rPr>
              <a:t>Example: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1"/>
                </a:solidFill>
                <a:highlight>
                  <a:srgbClr val="ffff00"/>
                </a:highlight>
                <a:latin typeface="Lato"/>
                <a:ea typeface="Lato"/>
              </a:rPr>
              <a:t>A person may receive an email from a suspicious address that appears to be from their bank. The email may claim that the account has been compromised and ask the user to click a link and enter their username and password. When the user enters their credentials, the attacker steals the information.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/>
          </p:nvPr>
        </p:nvSpPr>
        <p:spPr>
          <a:xfrm>
            <a:off x="729360" y="2079000"/>
            <a:ext cx="7688520" cy="226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0700"/>
          </a:bodyPr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1"/>
                </a:solidFill>
                <a:highlight>
                  <a:srgbClr val="ffff00"/>
                </a:highlight>
                <a:latin typeface="Lato"/>
                <a:ea typeface="Lato"/>
              </a:rPr>
              <a:t>Sender address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1"/>
                </a:solidFill>
                <a:highlight>
                  <a:srgbClr val="ffff00"/>
                </a:highlight>
                <a:latin typeface="Lato"/>
                <a:ea typeface="Lato"/>
              </a:rPr>
              <a:t>Email header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1"/>
                </a:solidFill>
                <a:highlight>
                  <a:srgbClr val="ffff00"/>
                </a:highlight>
                <a:latin typeface="Lato"/>
                <a:ea typeface="Lato"/>
              </a:rPr>
              <a:t>Body content and links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1"/>
                </a:solidFill>
                <a:highlight>
                  <a:srgbClr val="ffff00"/>
                </a:highlight>
                <a:latin typeface="Lato"/>
                <a:ea typeface="Lato"/>
              </a:rPr>
              <a:t>Grammar/spelling mistakes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1"/>
                </a:solidFill>
                <a:highlight>
                  <a:srgbClr val="ffff00"/>
                </a:highlight>
                <a:latin typeface="Lato"/>
                <a:ea typeface="Lato"/>
              </a:rPr>
              <a:t>Suspicious attachments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title"/>
          </p:nvPr>
        </p:nvSpPr>
        <p:spPr>
          <a:xfrm>
            <a:off x="729360" y="131868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0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600" spc="-1" strike="noStrike">
                <a:solidFill>
                  <a:schemeClr val="dk2"/>
                </a:solidFill>
                <a:latin typeface="Raleway"/>
                <a:ea typeface="Raleway"/>
              </a:rPr>
              <a:t>Learn to spot phishing emails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729360" y="131868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0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600" spc="-1" strike="noStrike">
                <a:solidFill>
                  <a:schemeClr val="dk2"/>
                </a:solidFill>
                <a:latin typeface="Raleway"/>
                <a:ea typeface="Raleway"/>
              </a:rPr>
              <a:t>How do we stop getting phished?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729360" y="2079000"/>
            <a:ext cx="7688520" cy="226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1"/>
                </a:solidFill>
                <a:highlight>
                  <a:srgbClr val="ffff00"/>
                </a:highlight>
                <a:latin typeface="Lato"/>
                <a:ea typeface="Lato"/>
              </a:rPr>
              <a:t>Stop getting phished by verifying senders, avoiding suspicious links/attachments, using MFA, keeping software updated, and staying aware of phishing techniques.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2026-03-10T19:25:37Z</dcterms:modified>
  <cp:revision>1</cp:revision>
  <dc:subject/>
  <dc:title/>
</cp:coreProperties>
</file>